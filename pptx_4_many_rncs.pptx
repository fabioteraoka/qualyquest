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9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54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5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5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8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6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6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6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64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_rels/chart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1.xlsx"/></Relationships>
</file>

<file path=ppt/charts/_rels/chart6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2.xlsx"/></Relationships>
</file>

<file path=ppt/charts/_rels/chart6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3.xlsx"/></Relationships>
</file>

<file path=ppt/charts/_rels/chart6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4.xlsx"/></Relationships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25</c:v>
                </c:pt>
                <c:pt idx="2">
                  <c:v>60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20</c:v>
                </c:pt>
                <c:pt idx="3">
                  <c:v>0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16</c:v>
                </c:pt>
                <c:pt idx="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16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</c:v>
                </c:pt>
                <c:pt idx="1">
                  <c:v>32</c:v>
                </c:pt>
                <c:pt idx="2">
                  <c:v>32</c:v>
                </c:pt>
                <c:pt idx="3">
                  <c:v>32</c:v>
                </c:pt>
                <c:pt idx="4">
                  <c:v>32</c:v>
                </c:pt>
                <c:pt idx="5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0</c:v>
                </c:pt>
                <c:pt idx="2">
                  <c:v>32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32</c:v>
                </c:pt>
                <c:pt idx="1">
                  <c:v>0</c:v>
                </c:pt>
                <c:pt idx="2">
                  <c:v>48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32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</c:v>
                </c:pt>
                <c:pt idx="1">
                  <c:v>32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SGQ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Abertas | 20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9536"/>
                <a:gridCol w="859536"/>
                <a:gridCol w="13990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65%,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80 desvios registrados, 20 (25%)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01368"/>
                <a:gridCol w="877824"/>
                <a:gridCol w="896112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Interna de Processo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32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30936"/>
                <a:gridCol w="1380744"/>
                <a:gridCol w="1298448"/>
                <a:gridCol w="630936"/>
                <a:gridCol w="768096"/>
                <a:gridCol w="594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32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2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16352"/>
                <a:gridCol w="2624328"/>
                <a:gridCol w="1261872"/>
                <a:gridCol w="1591056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(PARTE 3 DE 15)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complementar das ocorrências operacionais e prazos de resolução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ANALISADO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DE RESOLUÇÃO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Contenção / 5W2H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DE DETALHE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Auditável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862072"/>
                <a:gridCol w="2615184"/>
                <a:gridCol w="1261872"/>
                <a:gridCol w="1554480"/>
                <a:gridCol w="1143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Investigação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processo operacional #17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Formulários F 001-29 registrados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(16)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32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(2/10)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(3/10)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(4/10)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RNC-VOL-029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(5/10)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(6/10)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(7/10)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41832"/>
                <a:gridCol w="914400"/>
                <a:gridCol w="1783080"/>
                <a:gridCol w="52303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(8/10)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32688"/>
                <a:gridCol w="886968"/>
                <a:gridCol w="1783080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(9/10)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86968"/>
                <a:gridCol w="1773936"/>
                <a:gridCol w="5285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 (10/10)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RNC-VOL-079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de 80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32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2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5W2H — DETALHAMENTO (PARTE 3 DE 16)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detalhada das ações corretivas, responsáveis técnicos, prazos acordados e status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NO LOTE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 DE EXECUÇÃO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 GLOBAL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5W2H Auditável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1152144"/>
                <a:gridCol w="6007608"/>
                <a:gridCol w="1234440"/>
                <a:gridCol w="1152144"/>
                <a:gridCol w="11521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(O Quê)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(Quem)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(Quando)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de quadro Kanban de ferramentas calibradas e substituição de todas as etiquetas por modelos com tarja colorida mensal.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Carlos Eduardo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Eliminação definitiva de cópias físicas de manuais técnicos e adoção de EFB / Portal Digital com validação de hash diária.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Fernanda Lins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Disponibilizar o curso de Fatores Humanos em plataforma E-learning corporativa e implementar trava no sistema de escala para alertar 60 dias antes da expiração.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Juliana Castro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Reforma completa da área de quarentena, etiquetagem em cores padronizadas (Verde/Vermelho/Amarelo) e implantação de procedimento de descaracterização imediata de peças sucateadas.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Marcos Vinicius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Concluída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RNC-VOL-015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1) Migrar todas as planilhas para a base de dados centralizada do SGQ com travas de integridade.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2) Revisar e aprovar o procedimento MOMQ 3.4.3 versão 04.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3) Treinar 100% dos inspetores de qualidade e mecânicos das bases.</a:t>
                      </a:r>
                      <a:endParaRPr lang="en-US" sz="7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Rair Rodrigues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Andamento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dos formulários F 001-29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53312"/>
                <a:gridCol w="832104"/>
                <a:gridCol w="1261872"/>
                <a:gridCol w="1856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31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32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33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Operacional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34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35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36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37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QG-E01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91456"/>
                <a:gridCol w="59070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2026-10-10T14:38:43Z</dcterms:created>
  <dcterms:modified xsi:type="dcterms:W3CDTF">2026-10-10T14:38:43Z</dcterms:modified>
</cp:coreProperties>
</file>