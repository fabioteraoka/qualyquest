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48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75</c:v>
                </c:pt>
                <c:pt idx="1">
                  <c:v>40</c:v>
                </c:pt>
                <c:pt idx="2">
                  <c:v>60</c:v>
                </c:pt>
                <c:pt idx="3">
                  <c:v>100</c:v>
                </c:pt>
                <c:pt idx="4">
                  <c:v>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REC - Manutençã...</c:v>
                  </c:pt>
                  <c:pt idx="1">
                    <c:v>Engenharia / Pu...</c:v>
                  </c:pt>
                  <c:pt idx="2">
                    <c:v>Treinamento / R...</c:v>
                  </c:pt>
                  <c:pt idx="3">
                    <c:v>Suprimentos / A...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0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28</c:v>
                </c:pt>
                <c:pt idx="1">
                  <c:v>10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Sem Constataçõe...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10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SGQ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Abertas | 2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157984"/>
                <a:gridCol w="841248"/>
                <a:gridCol w="841248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75%,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5 desvios registrados, 2 (40%)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 - Manutenção / Calibração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83664"/>
                <a:gridCol w="914400"/>
                <a:gridCol w="941832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"REC - Manutenção / Calibração" com 2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85216"/>
                <a:gridCol w="1691640"/>
                <a:gridCol w="1115568"/>
                <a:gridCol w="585216"/>
                <a:gridCol w="740664"/>
                <a:gridCol w="585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Pré Auditoria FAA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Ferramentas Especiais - Base CWB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Obrigatório de Fatores Humanos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Aguardando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Segregação Inadequada de Peças Sucateadas no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96112"/>
                <a:gridCol w="1783080"/>
                <a:gridCol w="52669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5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ativa mandatória sobre 2 ação(ões) corretiva(s) que ultrapassaram o prazo acordado.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Bloqueio preventivo ativado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490472"/>
                <a:gridCol w="777240"/>
                <a:gridCol w="713232"/>
                <a:gridCol w="740664"/>
                <a:gridCol w="713232"/>
                <a:gridCol w="868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01752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10896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333756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75%.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OPERACIONAL: 10 curso(s) ou CHT(s) encontram-se vencidos, exigindo reciclagem/renovação mandatória.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10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+39d (11%)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+64d (18%)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+21d (11%)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+105d (29%)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Prontidão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Maiores | 0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auditoria externa pendente no período; organização mantém protocolo de prontidão contínua.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constatações abertas perante órgãos homologadores ou clientes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44168"/>
                <a:gridCol w="850392"/>
                <a:gridCol w="1261872"/>
                <a:gridCol w="18470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Plano(s) de ação corretiva 5W2H com prazo regulatório extrapolado.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Operacional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ATENÇÃO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QG-596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91456"/>
                <a:gridCol w="59070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2026-10-07T08:04:59Z</dcterms:created>
  <dcterms:modified xsi:type="dcterms:W3CDTF">2026-10-07T08:04:59Z</dcterms:modified>
</cp:coreProperties>
</file>