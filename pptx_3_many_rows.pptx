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</c:v>
                </c:pt>
                <c:pt idx="1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57984"/>
                <a:gridCol w="841248"/>
                <a:gridCol w="841248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75%,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777240"/>
                <a:gridCol w="713232"/>
                <a:gridCol w="740664"/>
                <a:gridCol w="713232"/>
                <a:gridCol w="868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01752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1089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3375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75%.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10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10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QG-596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2026-10-10T14:38:42Z</dcterms:created>
  <dcterms:modified xsi:type="dcterms:W3CDTF">2026-10-10T14:38:42Z</dcterms:modified>
</cp:coreProperties>
</file>