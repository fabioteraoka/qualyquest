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Chefe SGQ &amp; Auditoria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0392"/>
                <a:gridCol w="850392"/>
                <a:gridCol w="1417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27048"/>
                <a:gridCol w="768096"/>
                <a:gridCol w="704088"/>
                <a:gridCol w="740664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Habilitações Técnicas / CHT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27355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36499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59359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60%.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4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+64d (18%)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+105d (29%)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45736"/>
                <a:gridCol w="59527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Eng. Chefe SGQ &amp;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2026-10-07T08:04:58Z</dcterms:created>
  <dcterms:modified xsi:type="dcterms:W3CDTF">2026-10-07T08:04:58Z</dcterms:modified>
</cp:coreProperties>
</file>