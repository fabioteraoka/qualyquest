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40</c:v>
                </c:pt>
                <c:pt idx="2">
                  <c:v>60</c:v>
                </c:pt>
                <c:pt idx="3">
                  <c:v>100</c:v>
                </c:pt>
                <c:pt idx="4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2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NC Maior</c:v>
                </c:pt>
                <c:pt idx="1">
                  <c:v>NC Menor</c:v>
                </c:pt>
                <c:pt idx="2">
                  <c:v>Observação</c:v>
                </c:pt>
                <c:pt idx="3">
                  <c:v>Oportunidade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Chefe SGQ &amp; Auditoria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85416"/>
                <a:gridCol w="850392"/>
                <a:gridCol w="850392"/>
                <a:gridCol w="1417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90%,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914400"/>
                <a:gridCol w="941832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85216"/>
                <a:gridCol w="1691640"/>
                <a:gridCol w="1115568"/>
                <a:gridCol w="585216"/>
                <a:gridCol w="740664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 Auditoria FAA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Ferramentas Especiais - Base CWB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Obrigatório de Fatores Humanos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Segregação Inadequada de Peças Sucateadas no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ativado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27048"/>
                <a:gridCol w="768096"/>
                <a:gridCol w="704088"/>
                <a:gridCol w="740664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Habilitações Técnicas / CHT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27355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36499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59359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50%.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OPERACIONAL: 5 curso(s) ou CHT(s) encontram-se vencidos, exigindo reciclagem/renovação mandatória.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86384"/>
                <a:gridCol w="758952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+60d (16%)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+17d (9%)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Maiores | 2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2 auditoria(s) com 1 processos completamente encerrados perante os auditores.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de 4 constatações: 1 Maior(es), 2 Menor(es), 1 Observação(ões).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44168"/>
                <a:gridCol w="850392"/>
                <a:gridCol w="1261872"/>
                <a:gridCol w="1847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QG-695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45736"/>
                <a:gridCol w="59527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Eng. Chefe SGQ &amp;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2026-10-11T12:13:38Z</dcterms:created>
  <dcterms:modified xsi:type="dcterms:W3CDTF">2026-10-11T12:13:38Z</dcterms:modified>
</cp:coreProperties>
</file>