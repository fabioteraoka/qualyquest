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1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90</c:v>
                </c:pt>
                <c:pt idx="1">
                  <c:v>40</c:v>
                </c:pt>
                <c:pt idx="2">
                  <c:v>60</c:v>
                </c:pt>
                <c:pt idx="3">
                  <c:v>100</c:v>
                </c:pt>
                <c:pt idx="4">
                  <c:v>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REC - Manutençã...</c:v>
                  </c:pt>
                  <c:pt idx="1">
                    <c:v>Engenharia / Pu...</c:v>
                  </c:pt>
                  <c:pt idx="2">
                    <c:v>Treinamento / R...</c:v>
                  </c:pt>
                  <c:pt idx="3">
                    <c:v>Suprimentos / A...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1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0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3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2</c:v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NC Maior</c:v>
                </c:pt>
                <c:pt idx="1">
                  <c:v>NC Menor</c:v>
                </c:pt>
                <c:pt idx="2">
                  <c:v>Observação</c:v>
                </c:pt>
                <c:pt idx="3">
                  <c:v>Oportunidade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Aviation MRO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Eng. Chefe SGQ &amp; Auditoria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ATENCAO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Abertas | 2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185416"/>
                <a:gridCol w="850392"/>
                <a:gridCol w="850392"/>
                <a:gridCol w="1417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90%, com status classificado como "ATENCAO".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desvios foram saneados e formalmente encerrados no fluxo F 001-29.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5 desvios registrados, 2 (40%)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 - Manutenção / Calibração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83664"/>
                <a:gridCol w="914400"/>
                <a:gridCol w="941832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/ Publicações Técnicas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de Rotina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"REC - Manutenção / Calibração" com 2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Execução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85216"/>
                <a:gridCol w="1691640"/>
                <a:gridCol w="1115568"/>
                <a:gridCol w="585216"/>
                <a:gridCol w="740664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Pré Auditoria FAA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2026-08-31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Ferramentas Especiais - Base CWB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Obrigatório de Fatores Humanos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 / RH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Aguardando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2026-08-15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Segregação Inadequada de Peças Sucateadas no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2026-07-25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EXECUTIVO: 2 desvio(s) foram classificados com Risco Crítico e exigem reporte à Diretoria.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1C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91B1B"/>
                          </a:solidFill>
                        </a:rPr>
                        <a:t>2B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9A3412"/>
                          </a:solidFill>
                        </a:rPr>
                        <a:t>2C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2D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854D0E"/>
                          </a:solidFill>
                        </a:rPr>
                        <a:t>3C (1)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IMEDIATO: 2 desvio(s) atingiram a zona vermelha crítica da Matriz 5x5.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5x5 — DETALHAMENTO DE DESVIOS CRÍTICOS E ALTOS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Relação nominal das ocorrências posicionadas nas zonas vermelha e laranja de risco operacional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DESVIOS EM ANÁLISE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RNCs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CRÍTICOS NO LOTE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ALTOS NO LOTE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BARREIRA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Mandatória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905256"/>
                <a:gridCol w="905256"/>
                <a:gridCol w="941832"/>
                <a:gridCol w="896112"/>
                <a:gridCol w="1783080"/>
                <a:gridCol w="52669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Probabilidade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Imediata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2C (Alto)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Realizar levantamento imediato de todos os equipamentos com certificado de calibração vencido nas bases de REC, POA e CWB. Bloquear o uso físico de itens não conformes.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B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2B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 - Manutenção / Calibração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Retirada imediata do torquímetro e segregação na área de quarentena. Levantamento das ordens de serviço executadas na semana.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Grau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1C (Crítico)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Suprimentos / Almoxarifado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Instalação imediata de gaiola trancada com chave exclusiva para quarentena e peças sucateadas com identificação vermelha.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Cruzamento de Severidade x Probabilidade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 5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Cobrança ativa mandatória sobre 2 ação(ões) corretiva(s) que ultrapassaram o prazo acordado.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preventivo ativado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27048"/>
                <a:gridCol w="768096"/>
                <a:gridCol w="704088"/>
                <a:gridCol w="740664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Habilitações Técnicas / CHT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27355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36499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59359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50%.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OPERACIONAL: 5 curso(s) ou CHT(s) encontram-se vencidos, exigindo reciclagem/renovação mandatória.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Revisão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Existe(m) 2 documento(s) com revisão bienal ou atualização técnica em elaboração.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Maiores | 2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2 auditoria(s) com 1 processos completamente encerrados perante os auditores.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de 4 constatações: 1 Maior(es), 2 Menor(es), 1 Observação(ões).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P1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44168"/>
                <a:gridCol w="850392"/>
                <a:gridCol w="1261872"/>
                <a:gridCol w="18470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Crítica (Vermelho)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 (Laranja)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RNC(s) com Risco Crítico (P1) exigem barreira de contenção mandatória.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Plano(s) de ação corretiva 5W2H com prazo regulatório extrapolado.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QG-695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45736"/>
                <a:gridCol w="595274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Eng. Chefe SGQ &amp;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Impacto Aviation MRO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2026-10-10T14:38:42Z</dcterms:created>
  <dcterms:modified xsi:type="dcterms:W3CDTF">2026-10-10T14:38:42Z</dcterms:modified>
</cp:coreProperties>
</file>