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40</c:v>
                </c:pt>
                <c:pt idx="2">
                  <c:v>60</c:v>
                </c:pt>
                <c:pt idx="3">
                  <c:v>100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REC - Manutençã...</c:v>
                  </c:pt>
                  <c:pt idx="1">
                    <c:v>Engenharia / Pu...</c:v>
                  </c:pt>
                  <c:pt idx="2">
                    <c:v>Treinamento / R...</c:v>
                  </c:pt>
                  <c:pt idx="3">
                    <c:v>Suprimentos / A...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Mecânico de Lin...</c:v>
                  </c:pt>
                  <c:pt idx="1">
                    <c:v>Inspetor da Qua...</c:v>
                  </c:pt>
                  <c:pt idx="2">
                    <c:v>Técnico em Aviô...</c:v>
                  </c:pt>
                  <c:pt idx="3">
                    <c:v>Mecânico Júnior...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0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NC Maior</c:v>
                </c:pt>
                <c:pt idx="1">
                  <c:v>NC Menor</c:v>
                </c:pt>
                <c:pt idx="2">
                  <c:v>Observação</c:v>
                </c:pt>
                <c:pt idx="3">
                  <c:v>Oportunidade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Planejado (H3)</c:v>
                  </c:pt>
                  <c:pt idx="3">
                    <c:v>Futuro (H4)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Aviation MRO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Chefe SGQ &amp; Auditoria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ATENCAO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Abertas | 2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185416"/>
                <a:gridCol w="850392"/>
                <a:gridCol w="850392"/>
                <a:gridCol w="1417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86%, com status classificado como "ATENCAO".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dos desvios foram saneados e formalmente encerrados no fluxo F 001-29.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5 desvios registrados, 2 (40%)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- Manutenção / Calibração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914400"/>
                <a:gridCol w="941832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"REC - Manutenção / Calibração" com 2 ocorrência(s).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85216"/>
                <a:gridCol w="1691640"/>
                <a:gridCol w="1115568"/>
                <a:gridCol w="585216"/>
                <a:gridCol w="740664"/>
                <a:gridCol w="585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 Auditoria FAA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Ferramentas Especiais - Base CWB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Obrigatório de Fatores Humanos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Aguardando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Segregação Inadequada de Peças Sucateadas no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EXECUTIVO: 2 desvio(s) foram classificados com Risco Crítico e exigem reporte à Diretoria.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1C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2B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A3412"/>
                          </a:solidFill>
                        </a:rPr>
                        <a:t>2C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2D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3C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IMEDIATO: 2 desvio(s) atingiram a zona vermelha crítica da Matriz 5x5.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96112"/>
                <a:gridCol w="1783080"/>
                <a:gridCol w="52669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5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ativa mandatória sobre 2 ação(ões) corretiva(s) que ultrapassaram o prazo acordado.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0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técnico(s) encontram-se em status ATIVO (0%),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Áreas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85800"/>
                <a:gridCol w="594360"/>
                <a:gridCol w="768096"/>
                <a:gridCol w="68580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de Linha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em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Júnior Linha de 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4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85%,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preventivo ativado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27048"/>
                <a:gridCol w="768096"/>
                <a:gridCol w="704088"/>
                <a:gridCol w="740664"/>
                <a:gridCol w="704088"/>
                <a:gridCol w="8595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Habilitações Técnicas / CHT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 Técnico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27355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364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359359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30%.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OPERACIONAL: 7 curso(s) ou CHT(s) encontram-se vencidos, exigindo reciclagem/renovação mandatória.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Revisão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Existe(m) 2 documento(s) com revisão bienal ou atualização técnica em elaboração.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85800"/>
                <a:gridCol w="1106424"/>
                <a:gridCol w="576072"/>
                <a:gridCol w="786384"/>
                <a:gridCol w="758952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STAHLWILLE 730N/20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20-100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+30d (8%)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+55d (15%)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CERT-RBC-2025/1245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WIKA 232.50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de Pressão Hidráulica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+12d (7%)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500-196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Paquímetro Digital 150mm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+96d (26%)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CERT-RBC-2026/0112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293-240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CERT-RBC-2025/1033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TORQ-009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SNAP-ON QD3RN350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70-350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CERT-RBC-2025/0912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1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Maiores | 2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2 auditoria(s) com 1 processos completamente encerrados perante os auditores.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4 constatações: 1 Maior(es), 2 Menor(es), 1 Observação(ões).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44168"/>
                <a:gridCol w="850392"/>
                <a:gridCol w="1261872"/>
                <a:gridCol w="18470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(Vermelho)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com Risco Crítico (P1) exigem barreira de contenção mandatória.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Plano(s) de ação corretiva 5W2H com prazo regulatório extrapolado.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QualiGest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325880"/>
                <a:gridCol w="1380744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Arquitetura Integrada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Sistêmica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49224"/>
                <a:gridCol w="1316736"/>
                <a:gridCol w="1161288"/>
                <a:gridCol w="2176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Diagnóstico calculado a partir dos dados reais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Planejado e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HOMOLOGADOS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Produção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MRO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MRO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Expansão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Conectores H2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garantida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97840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Aeronáutico 5x5 &amp;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Pessoas, Competências &amp; CHTs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histórico e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Rastreabilidade de laudos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 Gerencial Integrada 70/30 (Fase 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 PPTX Widescreen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Espelho fiel e auto-fit geométrico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por Requisitos &amp; Resolução por Exceção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Control, Multiple Requirements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10 registros (+ 3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clara entre o que já está homologado e o que está em expansão ou planejado.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FASES 1 A 15 IMPLEMENTADAS &amp; HOMOLOGADAS: F 001-29, 6M/5W2H, Pessoas/CHTs, Documentos com Consulta Tempo...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Matriz de Homologação e Ciclo de Releases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Médio, Longo e Futuro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ENTREGA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II em curso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QualiGest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Fases 1-15: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ERPs &amp; Conectores: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55064"/>
                <a:gridCol w="676656"/>
                <a:gridCol w="649224"/>
                <a:gridCol w="23225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Consolidado (Fases 1 a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Manuais, Metrologia, Auditoria por Exceção, ADRs e Smart Import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bidirecional com SAP, Totvs, Quantum e Diários Eletrônicos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Fases 1 a 15 100% operacionais — Ficha F 001-29, 6M/5W2H, Pessoas/...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Andamento): Expansão dos Conectores ERP/MRO (Impacto MRO API, SAP, Totvs, Qua...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Roadmap Estratégico e Planejamento Tecnológico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SATISFATÓRIA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QG-651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745736"/>
                <a:gridCol w="59527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(FASE 12.2 Consolidada)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Eng. Chefe SGQ &amp;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2026-10-16T09:19:40Z</dcterms:created>
  <dcterms:modified xsi:type="dcterms:W3CDTF">2026-10-16T09:19:40Z</dcterms:modified>
</cp:coreProperties>
</file>