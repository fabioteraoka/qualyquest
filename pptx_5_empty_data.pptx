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Hangar</c:v>
                  </c:pt>
                  <c:pt idx="1">
                    <c:v>Motores</c:v>
                  </c:pt>
                  <c:pt idx="2">
                    <c:v>Aviônicos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Empresa Hangar SGQ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em Treinamento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Abertas | 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896112"/>
                <a:gridCol w="896112"/>
                <a:gridCol w="1261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100%, com status classificado como "BOM".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Não Conformidade registrada no período selecionado.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0 desvios registrados, 0 (0%)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61288"/>
                <a:gridCol w="1188720"/>
                <a:gridCol w="1078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 de Motores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Aviônicos &amp; Instrumentos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"Operações" com 0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Blindado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22376"/>
                <a:gridCol w="1975104"/>
                <a:gridCol w="731520"/>
                <a:gridCol w="704088"/>
                <a:gridCol w="585216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procedimento na inspeção pré-voo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Discrepância documental em ordem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Calibração de torquímetro expirada no armário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Ferramentaria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52958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6210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84962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controle: zero Não Conformidades classificadas na faixa de Risco Crítico no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2C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desvio na zona vermelha crítica da Matriz 5x5 durante 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Concluído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dos manuais corporativos encontram-se plenamente vigentes e aprovados pelas autoridades.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713232"/>
                <a:gridCol w="1298448"/>
                <a:gridCol w="1901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indicadores operacionais encontram-se rigorosamente dentro dos limites aceitáveis do SGQ.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QG-6A4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em Treinamento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2026-10-10T12:35:10Z</dcterms:created>
  <dcterms:modified xsi:type="dcterms:W3CDTF">2026-10-10T12:35:10Z</dcterms:modified>
</cp:coreProperties>
</file>