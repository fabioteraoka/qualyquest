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65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66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7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68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9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8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79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80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6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5.xlsx"/></Relationships>
</file>

<file path=ppt/charts/_rels/chart6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6.xlsx"/></Relationships>
</file>

<file path=ppt/charts/_rels/chart6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7.xlsx"/></Relationships>
</file>

<file path=ppt/charts/_rels/chart6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8.xlsx"/></Relationships>
</file>

<file path=ppt/charts/_rels/chart6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9.xlsx"/></Relationships>
</file>

<file path=ppt/charts/_rels/chart7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0.xlsx"/></Relationships>
</file>

<file path=ppt/charts/_rels/chart7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1.xlsx"/></Relationships>
</file>

<file path=ppt/charts/_rels/chart7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2.xlsx"/></Relationships>
</file>

<file path=ppt/charts/_rels/chart7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3.xlsx"/></Relationships>
</file>

<file path=ppt/charts/_rels/chart7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4.xlsx"/></Relationships>
</file>

<file path=ppt/charts/_rels/chart7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5.xlsx"/></Relationships>
</file>

<file path=ppt/charts/_rels/chart7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6.xlsx"/></Relationships>
</file>

<file path=ppt/charts/_rels/chart7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7.xlsx"/></Relationships>
</file>

<file path=ppt/charts/_rels/chart7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8.xlsx"/></Relationships>
</file>

<file path=ppt/charts/_rels/chart7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9.xlsx"/></Relationships>
</file>

<file path=ppt/charts/_rels/chart8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0.xlsx"/></Relationships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0</c:v>
                </c:pt>
                <c:pt idx="2">
                  <c:v>100</c:v>
                </c:pt>
                <c:pt idx="3">
                  <c:v>100</c:v>
                </c:pt>
                <c:pt idx="4">
                  <c:v>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Hangar</c:v>
                  </c:pt>
                  <c:pt idx="1">
                    <c:v>Motores</c:v>
                  </c:pt>
                  <c:pt idx="2">
                    <c:v>Aviônicos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11</c:v>
                </c:pt>
                <c:pt idx="1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Sem Constataçõe...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Empresa Hangar SGQ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 em Treinamento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Abertas | 0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896112"/>
                <a:gridCol w="896112"/>
                <a:gridCol w="12618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100%, com status classificado como "BOM".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Não Conformidade registrada no período selecionado.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0 desvios registrados, 0 (0%)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Operações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161288"/>
                <a:gridCol w="1188720"/>
                <a:gridCol w="1078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Hangar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Oficina de Motores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Aviônicos &amp; Instrumentos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Almoxarifado Aeronáutico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"Operações" com 0 ocorrência(s).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Blindado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22376"/>
                <a:gridCol w="1975104"/>
                <a:gridCol w="731520"/>
                <a:gridCol w="704088"/>
                <a:gridCol w="585216"/>
                <a:gridCol w="585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RNC-2026-001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procedimento na inspeção pré-voo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RNC-2026-002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Discrepância documental em ordem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RNC-2026-003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Calibração de torquímetro expirada no armário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Ferramentaria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52958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62102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384962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Excelente controle: zero Não Conformidades classificadas na faixa de Risco Crítico no período auditado.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2C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desvio na zona vermelha crítica da Matriz 5x5 durante o período auditado.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Concluído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de 0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Excelente disciplina de pontualidade: nenhuma ação corretiva encontra-se em atraso.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vencimentos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768096"/>
                <a:gridCol w="704088"/>
                <a:gridCol w="731520"/>
                <a:gridCol w="704088"/>
                <a:gridCol w="8595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Mecânicos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Técnicos de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Inspetores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Almoxarifado &amp; Suprimentos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96%.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habilitações ou treinamentos regulatórios vencidos na equipe técnica e de qualidade.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dos manuais corporativos encontram-se plenamente vigentes e aprovados pelas autoridades.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95528"/>
                <a:gridCol w="758952"/>
                <a:gridCol w="804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+39d (11%)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+64d (18%)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+21d (11%)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+105d (29%)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Prontidão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Maiores | 0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auditoria externa pendente no período; organização mantém protocolo de prontidão contínua.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constatações abertas perante órgãos homologadores ou clientes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713232"/>
                <a:gridCol w="1298448"/>
                <a:gridCol w="19019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os indicadores operacionais encontram-se rigorosamente dentro dos limites aceitáveis do SGQ.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Prevenção Sistêmica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SATISFATÓRIA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QG-6A4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943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 em Treinamento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2026-10-07T08:04:59Z</dcterms:created>
  <dcterms:modified xsi:type="dcterms:W3CDTF">2026-10-07T08:04:59Z</dcterms:modified>
</cp:coreProperties>
</file>