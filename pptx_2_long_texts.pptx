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7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8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Superintendênci...</c:v>
                  </c:pt>
                  <c:pt idx="1">
                    <c:v>Superintendênci...</c:v>
                  </c:pt>
                  <c:pt idx="2">
                    <c:v>Superintendênci...</c:v>
                  </c:pt>
                  <c:pt idx="3">
                    <c:v>Superintendênci...</c:v>
                  </c:pt>
                  <c:pt idx="4">
                    <c:v>Superintendênci...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 — Empr...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Executiva de Gara...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886968"/>
                <a:gridCol w="886968"/>
                <a:gridCol w="12893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Superintendência de Engenharia de Manutenção Pesada e Oficinas de Componentes Especiais Subordinada #1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722376"/>
                <a:gridCol w="722376"/>
                <a:gridCol w="1161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#3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"Superintendência de Engenharia de Manutenção Pesa...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493776"/>
                <a:gridCol w="1856232"/>
                <a:gridCol w="1472184"/>
                <a:gridCol w="493776"/>
                <a:gridCol w="493776"/>
                <a:gridCol w="4937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704088"/>
                <a:gridCol w="704088"/>
                <a:gridCol w="704088"/>
                <a:gridCol w="3429000"/>
                <a:gridCol w="44531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86384"/>
                <a:gridCol w="758952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+60d (16%)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+17d (9%)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62456"/>
                <a:gridCol w="804672"/>
                <a:gridCol w="1271016"/>
                <a:gridCol w="18653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Manual(is) ou procedimento(s) em ciclo de revisão bienal.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224528"/>
                <a:gridCol w="6473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Diretoria Executiva de Garantia da Qualidade, Segurança Operacional e Compliance Regulatório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2026-10-11T12:13:39Z</dcterms:created>
  <dcterms:modified xsi:type="dcterms:W3CDTF">2026-10-11T12:13:39Z</dcterms:modified>
</cp:coreProperties>
</file>